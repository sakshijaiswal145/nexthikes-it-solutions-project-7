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57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10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1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3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77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83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04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51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3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5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EDA2E40-D74C-40A3-8B7C-C0EFAC5DC9EC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00EB4A4-BB6C-4749-9386-B3C1799DB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07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F18D-481D-9B63-1DED-BD377A360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6755"/>
            <a:ext cx="9144000" cy="1244338"/>
          </a:xfrm>
        </p:spPr>
        <p:txBody>
          <a:bodyPr>
            <a:normAutofit/>
          </a:bodyPr>
          <a:lstStyle/>
          <a:p>
            <a:r>
              <a:rPr lang="en-IN" dirty="0"/>
              <a:t>NEXTHIKES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9755B-8EFC-8075-A7BB-E8CA94253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2433"/>
            <a:ext cx="9144000" cy="2995367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PROJECT- NLP Project for Disaster Tweet Classification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                                                 BY- SAKSHI JAISWAL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93637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7719B-6EA5-ADE8-8D27-A5096B43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D7BC-A9DD-93C8-9AB3-C940BDE5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ROWS- 7613</a:t>
            </a:r>
          </a:p>
          <a:p>
            <a:r>
              <a:rPr lang="en-IN" dirty="0"/>
              <a:t>COLUMNS- 5</a:t>
            </a:r>
          </a:p>
          <a:p>
            <a:r>
              <a:rPr lang="en-IN" dirty="0"/>
              <a:t>FEATURES- id,  keyword, location, text, target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TARGET VARIABLE</a:t>
            </a:r>
          </a:p>
          <a:p>
            <a:pPr marL="0" indent="0">
              <a:buNone/>
            </a:pPr>
            <a:r>
              <a:rPr lang="en-IN" dirty="0"/>
              <a:t>0 = Non- Disaster</a:t>
            </a:r>
          </a:p>
          <a:p>
            <a:pPr marL="0" indent="0">
              <a:buNone/>
            </a:pPr>
            <a:r>
              <a:rPr lang="en-IN" dirty="0"/>
              <a:t>1 = Disaster</a:t>
            </a:r>
          </a:p>
        </p:txBody>
      </p:sp>
    </p:spTree>
    <p:extLst>
      <p:ext uri="{BB962C8B-B14F-4D97-AF65-F5344CB8AC3E}">
        <p14:creationId xmlns:p14="http://schemas.microsoft.com/office/powerpoint/2010/main" val="283256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42A7-3893-5AA3-E3A7-5CFED52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UNDERSTANDING AND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554E8-D1FB-3297-8D3E-AE01FA9F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Keyword and location contain missing values.</a:t>
            </a:r>
          </a:p>
          <a:p>
            <a:r>
              <a:rPr lang="en-IN" dirty="0"/>
              <a:t>Text </a:t>
            </a:r>
            <a:r>
              <a:rPr lang="en-US" dirty="0"/>
              <a:t>and target have no missing values.</a:t>
            </a:r>
          </a:p>
          <a:p>
            <a:r>
              <a:rPr lang="en-US" dirty="0"/>
              <a:t>Missing values do not significantly affect classification.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76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CEDD-C1E0-11BC-C8B4-FC233D08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9BD4BE-2F11-977D-DC23-44793DFB4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3" y="2516956"/>
            <a:ext cx="4666268" cy="30877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C4285-57F2-BB7D-1DDF-14AFC4B28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27" y="2601797"/>
            <a:ext cx="6087338" cy="300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0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69EB4-C2F1-8F20-465B-AF9FCF3CB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84" y="609600"/>
            <a:ext cx="8678779" cy="5567363"/>
          </a:xfrm>
        </p:spPr>
      </p:pic>
    </p:spTree>
    <p:extLst>
      <p:ext uri="{BB962C8B-B14F-4D97-AF65-F5344CB8AC3E}">
        <p14:creationId xmlns:p14="http://schemas.microsoft.com/office/powerpoint/2010/main" val="60638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1466-15B9-43CC-045D-C8963EC7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43098-1318-3B1D-9525-361365CDA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WORD CLOUD OF DISASTER TWEETS</a:t>
            </a:r>
          </a:p>
          <a:p>
            <a:pPr>
              <a:buFontTx/>
              <a:buChar char="-"/>
            </a:pPr>
            <a:r>
              <a:rPr lang="en-US" dirty="0"/>
              <a:t>Disaster tweets frequently contain words like</a:t>
            </a:r>
            <a:r>
              <a:rPr lang="en-IN" dirty="0"/>
              <a:t> – fire, flood, </a:t>
            </a:r>
            <a:r>
              <a:rPr lang="en-IN" dirty="0" err="1"/>
              <a:t>emergency,explosion</a:t>
            </a:r>
            <a:r>
              <a:rPr lang="en-IN" dirty="0"/>
              <a:t> etc.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57E8A-9B8A-A848-6458-82389FEA0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884" y="3429000"/>
            <a:ext cx="8325853" cy="29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4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5898C-3420-5BF3-15DB-429BB6EA7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97204"/>
            <a:ext cx="7729728" cy="4542823"/>
          </a:xfrm>
        </p:spPr>
        <p:txBody>
          <a:bodyPr/>
          <a:lstStyle/>
          <a:p>
            <a:r>
              <a:rPr lang="en-IN" dirty="0"/>
              <a:t>WORD CLOUD OF NON- DISASTER TWEETS</a:t>
            </a:r>
          </a:p>
          <a:p>
            <a:pPr>
              <a:buFontTx/>
              <a:buChar char="-"/>
            </a:pPr>
            <a:r>
              <a:rPr lang="en-US" dirty="0"/>
              <a:t>Non-disaster tweets contain casual words such as: love, happy, cool etc.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875C2-3ED2-AF19-DBED-D8F947ABF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074" y="2196445"/>
            <a:ext cx="9111915" cy="415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52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DC43-EBD6-EBF0-50F4-08DDE823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01B2A-9CC1-0933-BF73-7FECC172B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Raw Tweets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Text Cleaning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Lowercasing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Remove URLs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Remove Punctuation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Tokenization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TF-IDF Vectorization</a:t>
            </a:r>
          </a:p>
        </p:txBody>
      </p:sp>
    </p:spTree>
    <p:extLst>
      <p:ext uri="{BB962C8B-B14F-4D97-AF65-F5344CB8AC3E}">
        <p14:creationId xmlns:p14="http://schemas.microsoft.com/office/powerpoint/2010/main" val="394881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5535-4D4E-C4CE-54E8-3AFEE9E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F3083-36C1-9AE8-BAC7-FF073AC5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TF-IDF Vectorization because-</a:t>
            </a:r>
          </a:p>
          <a:p>
            <a:pPr marL="514350" indent="-514350">
              <a:buAutoNum type="arabicPeriod"/>
            </a:pPr>
            <a:r>
              <a:rPr lang="en-US" dirty="0"/>
              <a:t>Converts text into numerical features.</a:t>
            </a:r>
          </a:p>
          <a:p>
            <a:pPr marL="514350" indent="-514350">
              <a:buAutoNum type="arabicPeriod"/>
            </a:pPr>
            <a:r>
              <a:rPr lang="en-US" dirty="0"/>
              <a:t>Gives higher importance to informative words.</a:t>
            </a:r>
          </a:p>
          <a:p>
            <a:pPr marL="514350" indent="-514350">
              <a:buAutoNum type="arabicPeriod"/>
            </a:pPr>
            <a:r>
              <a:rPr lang="en-US" dirty="0"/>
              <a:t>Reduces influence of common words.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26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165B-F358-4642-2910-E98E0A1C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F6B7D9-DB34-EA24-4834-717B0EE0C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432954"/>
              </p:ext>
            </p:extLst>
          </p:nvPr>
        </p:nvGraphicFramePr>
        <p:xfrm>
          <a:off x="838200" y="1690688"/>
          <a:ext cx="10515600" cy="394009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66419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04866815"/>
                    </a:ext>
                  </a:extLst>
                </a:gridCol>
              </a:tblGrid>
              <a:tr h="78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44564"/>
                  </a:ext>
                </a:extLst>
              </a:tr>
              <a:tr h="78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156872"/>
                  </a:ext>
                </a:extLst>
              </a:tr>
              <a:tr h="78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Naive Bayes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39139"/>
                  </a:ext>
                </a:extLst>
              </a:tr>
              <a:tr h="78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Ensemble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34695"/>
                  </a:ext>
                </a:extLst>
              </a:tr>
              <a:tr h="788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High-dimensional text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644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147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3898-E9B8-0C93-5C4E-AFC894E2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95880-51E2-73D6-3A0D-5EDEF6763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MODEL                                              ACCURACY</a:t>
            </a:r>
          </a:p>
          <a:p>
            <a:pPr marL="514350" indent="-514350">
              <a:buAutoNum type="arabicPeriod"/>
            </a:pPr>
            <a:r>
              <a:rPr lang="en-IN" dirty="0"/>
              <a:t>Logistic regression                   0.819435</a:t>
            </a:r>
          </a:p>
          <a:p>
            <a:pPr marL="514350" indent="-514350">
              <a:buAutoNum type="arabicPeriod"/>
            </a:pPr>
            <a:r>
              <a:rPr lang="en-IN" dirty="0"/>
              <a:t>Naïve bayes                              0.814183</a:t>
            </a:r>
          </a:p>
          <a:p>
            <a:pPr marL="514350" indent="-514350">
              <a:buAutoNum type="arabicPeriod"/>
            </a:pPr>
            <a:r>
              <a:rPr lang="en-IN" dirty="0"/>
              <a:t>Random forest                         0.784636</a:t>
            </a:r>
          </a:p>
          <a:p>
            <a:pPr marL="514350" indent="-514350">
              <a:buAutoNum type="arabicPeriod"/>
            </a:pPr>
            <a:r>
              <a:rPr lang="en-IN" dirty="0"/>
              <a:t>SVM                                           0.788575</a:t>
            </a:r>
          </a:p>
        </p:txBody>
      </p:sp>
    </p:spTree>
    <p:extLst>
      <p:ext uri="{BB962C8B-B14F-4D97-AF65-F5344CB8AC3E}">
        <p14:creationId xmlns:p14="http://schemas.microsoft.com/office/powerpoint/2010/main" val="2951599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F737-80CD-BD40-55A2-2BAA0EE0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3B0D-6339-6A27-2602-93751CFA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correctly classified most tweets and demonstrated good generalization.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F7DD5-4998-D99C-CB01-6D6D233F5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678" y="2759242"/>
            <a:ext cx="7830643" cy="38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2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0A1C-06A9-3C66-BF02-5C40B3FB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STREAMLIT WEB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724F3-5F70-6565-E075-FBB391670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1690688"/>
            <a:ext cx="9656770" cy="4486275"/>
          </a:xfrm>
        </p:spPr>
      </p:pic>
    </p:spTree>
    <p:extLst>
      <p:ext uri="{BB962C8B-B14F-4D97-AF65-F5344CB8AC3E}">
        <p14:creationId xmlns:p14="http://schemas.microsoft.com/office/powerpoint/2010/main" val="640140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FA67-2B33-B14C-1A41-D801A037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168" y="2103437"/>
            <a:ext cx="10515600" cy="1325563"/>
          </a:xfrm>
        </p:spPr>
        <p:txBody>
          <a:bodyPr/>
          <a:lstStyle/>
          <a:p>
            <a:r>
              <a:rPr lang="en-IN"/>
              <a:t>  </a:t>
            </a:r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568743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</TotalTime>
  <Words>223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Parcel</vt:lpstr>
      <vt:lpstr>NEXTHIKES IT SOLUTIONS</vt:lpstr>
      <vt:lpstr>OVERVIEW</vt:lpstr>
      <vt:lpstr>DATA UNDERSTANDING AND MISSING VALUES</vt:lpstr>
      <vt:lpstr>EXPLORATORY DATA ANALYSIS (EDA)</vt:lpstr>
      <vt:lpstr>PowerPoint Presentation</vt:lpstr>
      <vt:lpstr>TEXT ANALYSIS</vt:lpstr>
      <vt:lpstr>PowerPoint Presentation</vt:lpstr>
      <vt:lpstr>DATA PREPROCESSING</vt:lpstr>
      <vt:lpstr>FEATURE ENGINEERING</vt:lpstr>
      <vt:lpstr>Machine Learning Models Used</vt:lpstr>
      <vt:lpstr>MODEL COMPARISON</vt:lpstr>
      <vt:lpstr>CONFUSION MATRIX</vt:lpstr>
      <vt:lpstr>STREAMLIT WEB APPLICATION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Jaiswal</dc:creator>
  <cp:lastModifiedBy>Sakshi Jaiswal</cp:lastModifiedBy>
  <cp:revision>2</cp:revision>
  <dcterms:created xsi:type="dcterms:W3CDTF">2026-07-14T07:26:53Z</dcterms:created>
  <dcterms:modified xsi:type="dcterms:W3CDTF">2026-07-14T07:29:47Z</dcterms:modified>
</cp:coreProperties>
</file>